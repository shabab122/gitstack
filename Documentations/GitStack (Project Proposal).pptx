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25305906842cb" /><Relationship Type="http://schemas.openxmlformats.org/officeDocument/2006/relationships/extended-properties" Target="/docProps/app.xml" Id="Re4a779d505c840fd" /><Relationship Type="http://schemas.openxmlformats.org/officeDocument/2006/relationships/officeDocument" Target="/ppt/presentation.xml" Id="R7b070390c68645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9c94380b6420f"/>
  </p:sldMasterIdLst>
  <p:notesMasterIdLst>
    <p:notesMasterId xmlns:r="http://schemas.openxmlformats.org/officeDocument/2006/relationships" r:id="Ra19eba46d3fc48ea"/>
  </p:notesMasterIdLst>
  <p:sldIdLst>
    <p:sldId xmlns:r="http://schemas.openxmlformats.org/officeDocument/2006/relationships" id="256" r:id="Rb75be1d0b7e04f76"/>
    <p:sldId xmlns:r="http://schemas.openxmlformats.org/officeDocument/2006/relationships" id="257" r:id="Rb6958d57eca64847"/>
    <p:sldId xmlns:r="http://schemas.openxmlformats.org/officeDocument/2006/relationships" id="258" r:id="Rc69f839e9f384986"/>
    <p:sldId xmlns:r="http://schemas.openxmlformats.org/officeDocument/2006/relationships" id="259" r:id="R8d682f6630454151"/>
    <p:sldId xmlns:r="http://schemas.openxmlformats.org/officeDocument/2006/relationships" id="260" r:id="Rd769d34d057e4210"/>
    <p:sldId xmlns:r="http://schemas.openxmlformats.org/officeDocument/2006/relationships" id="261" r:id="Ref02462f37044bf6"/>
    <p:sldId xmlns:r="http://schemas.openxmlformats.org/officeDocument/2006/relationships" id="262" r:id="Rb3732050d3af42de"/>
    <p:sldId xmlns:r="http://schemas.openxmlformats.org/officeDocument/2006/relationships" id="263" r:id="Rb32a5d3a8e8a4d21"/>
    <p:sldId xmlns:r="http://schemas.openxmlformats.org/officeDocument/2006/relationships" id="264" r:id="R35e63eb46af94fb0"/>
    <p:sldId xmlns:r="http://schemas.openxmlformats.org/officeDocument/2006/relationships" id="265" r:id="R2196fd0a0ad74c03"/>
  </p:sldIdLst>
  <p:sldSz cx="20050125" cy="141827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1508ea3044374" /><Relationship Type="http://schemas.openxmlformats.org/officeDocument/2006/relationships/slideMaster" Target="/ppt/slideMasters/slideMaster1.xml" Id="Rb649c94380b6420f" /><Relationship Type="http://schemas.openxmlformats.org/officeDocument/2006/relationships/notesMaster" Target="/ppt/notesMasters/notesMaster1.xml" Id="Ra19eba46d3fc48ea" /><Relationship Type="http://schemas.openxmlformats.org/officeDocument/2006/relationships/presProps" Target="/ppt/presProps.xml" Id="R8640dfc14e9244b7" /><Relationship Type="http://schemas.openxmlformats.org/officeDocument/2006/relationships/tableStyles" Target="/ppt/tableStyles.xml" Id="Rad24e8035a7044cc" /><Relationship Type="http://schemas.openxmlformats.org/officeDocument/2006/relationships/slide" Target="/ppt/slides/slide1.xml" Id="Rb75be1d0b7e04f76" /><Relationship Type="http://schemas.openxmlformats.org/officeDocument/2006/relationships/slide" Target="/ppt/slides/slide2.xml" Id="Rb6958d57eca64847" /><Relationship Type="http://schemas.openxmlformats.org/officeDocument/2006/relationships/slide" Target="/ppt/slides/slide3.xml" Id="Rc69f839e9f384986" /><Relationship Type="http://schemas.openxmlformats.org/officeDocument/2006/relationships/slide" Target="/ppt/slides/slide4.xml" Id="R8d682f6630454151" /><Relationship Type="http://schemas.openxmlformats.org/officeDocument/2006/relationships/slide" Target="/ppt/slides/slide5.xml" Id="Rd769d34d057e4210" /><Relationship Type="http://schemas.openxmlformats.org/officeDocument/2006/relationships/slide" Target="/ppt/slides/slide6.xml" Id="Ref02462f37044bf6" /><Relationship Type="http://schemas.openxmlformats.org/officeDocument/2006/relationships/slide" Target="/ppt/slides/slide7.xml" Id="Rb3732050d3af42de" /><Relationship Type="http://schemas.openxmlformats.org/officeDocument/2006/relationships/slide" Target="/ppt/slides/slide8.xml" Id="Rb32a5d3a8e8a4d21" /><Relationship Type="http://schemas.openxmlformats.org/officeDocument/2006/relationships/slide" Target="/ppt/slides/slide9.xml" Id="R35e63eb46af94fb0" /><Relationship Type="http://schemas.openxmlformats.org/officeDocument/2006/relationships/slide" Target="/ppt/slides/slide10.xml" Id="R2196fd0a0ad7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ece928e08b49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582eef13440a2" /><Relationship Type="http://schemas.openxmlformats.org/officeDocument/2006/relationships/notesMaster" Target="/ppt/notesMasters/notesMaster1.xml" Id="Rdaadb978d183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0d406186994841" /><Relationship Type="http://schemas.openxmlformats.org/officeDocument/2006/relationships/notesMaster" Target="/ppt/notesMasters/notesMaster1.xml" Id="R2e4814412101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8dcfbd8fad49d8" /><Relationship Type="http://schemas.openxmlformats.org/officeDocument/2006/relationships/notesMaster" Target="/ppt/notesMasters/notesMaster1.xml" Id="Rd160ce66c14f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44bd1dda254659" /><Relationship Type="http://schemas.openxmlformats.org/officeDocument/2006/relationships/notesMaster" Target="/ppt/notesMasters/notesMaster1.xml" Id="R7f3f0775b69f42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aff4261356480a" /><Relationship Type="http://schemas.openxmlformats.org/officeDocument/2006/relationships/notesMaster" Target="/ppt/notesMasters/notesMaster1.xml" Id="R57d7e680aa2a45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ac75048b2c4868" /><Relationship Type="http://schemas.openxmlformats.org/officeDocument/2006/relationships/notesMaster" Target="/ppt/notesMasters/notesMaster1.xml" Id="R048b7cede0d0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6ab69da5004840" /><Relationship Type="http://schemas.openxmlformats.org/officeDocument/2006/relationships/notesMaster" Target="/ppt/notesMasters/notesMaster1.xml" Id="Rae27724712ba42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1826bab89e4a5c" /><Relationship Type="http://schemas.openxmlformats.org/officeDocument/2006/relationships/notesMaster" Target="/ppt/notesMasters/notesMaster1.xml" Id="R5ae7992876e04e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aee383ef894792" /><Relationship Type="http://schemas.openxmlformats.org/officeDocument/2006/relationships/notesMaster" Target="/ppt/notesMasters/notesMaster1.xml" Id="Ra7c09a54628845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6f2bfc28144092" /><Relationship Type="http://schemas.openxmlformats.org/officeDocument/2006/relationships/notesMaster" Target="/ppt/notesMasters/notesMaster1.xml" Id="R1c657d30430c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d20d1a48945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058caa6fed4b6b" /><Relationship Type="http://schemas.openxmlformats.org/officeDocument/2006/relationships/slideLayout" Target="/ppt/slideLayouts/slideLayout1.xml" Id="Rf53f49394ba24a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3f49394ba24a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6381dd1384a7c" /><Relationship Type="http://schemas.openxmlformats.org/officeDocument/2006/relationships/image" Target="/ppt/media/image.png" Id="Rb7da5f7357204e66" /><Relationship Type="http://schemas.openxmlformats.org/officeDocument/2006/relationships/notesSlide" Target="/ppt/notesSlides/notesSlide1.xml" Id="R7eaeffa58c324b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af6d744f346d8" /><Relationship Type="http://schemas.openxmlformats.org/officeDocument/2006/relationships/image" Target="/ppt/media/image2.png" Id="Raf9549fad8aa4743" /><Relationship Type="http://schemas.openxmlformats.org/officeDocument/2006/relationships/notesSlide" Target="/ppt/notesSlides/notesSlide2.xml" Id="R5e1415f3eed54e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a7cd7fa0a4059" /><Relationship Type="http://schemas.openxmlformats.org/officeDocument/2006/relationships/image" Target="/ppt/media/image3.png" Id="Rb093c649db034e0f" /><Relationship Type="http://schemas.openxmlformats.org/officeDocument/2006/relationships/notesSlide" Target="/ppt/notesSlides/notesSlide3.xml" Id="Re21abaac9d1246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ea0209c284d4f" /><Relationship Type="http://schemas.openxmlformats.org/officeDocument/2006/relationships/image" Target="/ppt/media/image4.png" Id="R92cb1909b56f4445" /><Relationship Type="http://schemas.openxmlformats.org/officeDocument/2006/relationships/notesSlide" Target="/ppt/notesSlides/notesSlide4.xml" Id="R102d714e51ad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74c11b60648ad" /><Relationship Type="http://schemas.openxmlformats.org/officeDocument/2006/relationships/image" Target="/ppt/media/image5.png" Id="R6d266e19c8fc42ad" /><Relationship Type="http://schemas.openxmlformats.org/officeDocument/2006/relationships/notesSlide" Target="/ppt/notesSlides/notesSlide5.xml" Id="R4b76091e72ea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395093b68437e" /><Relationship Type="http://schemas.openxmlformats.org/officeDocument/2006/relationships/image" Target="/ppt/media/image6.png" Id="R9224fe2ae8eb4b3d" /><Relationship Type="http://schemas.openxmlformats.org/officeDocument/2006/relationships/notesSlide" Target="/ppt/notesSlides/notesSlide6.xml" Id="R3bd1e9ef367c41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bdb8778ff4ee3" /><Relationship Type="http://schemas.openxmlformats.org/officeDocument/2006/relationships/image" Target="/ppt/media/image7.png" Id="Rb3df5dc8313a4f8e" /><Relationship Type="http://schemas.openxmlformats.org/officeDocument/2006/relationships/notesSlide" Target="/ppt/notesSlides/notesSlide7.xml" Id="R57b8342a1c084b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e42fe275f40a0" /><Relationship Type="http://schemas.openxmlformats.org/officeDocument/2006/relationships/image" Target="/ppt/media/image8.png" Id="R1291a71b97f84fbc" /><Relationship Type="http://schemas.openxmlformats.org/officeDocument/2006/relationships/notesSlide" Target="/ppt/notesSlides/notesSlide8.xml" Id="Re162712fdd3a44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5779f5caf49cf" /><Relationship Type="http://schemas.openxmlformats.org/officeDocument/2006/relationships/image" Target="/ppt/media/image9.png" Id="R21d9e68afaed4793" /><Relationship Type="http://schemas.openxmlformats.org/officeDocument/2006/relationships/notesSlide" Target="/ppt/notesSlides/notesSlide9.xml" Id="R6f36a40461af43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c7910fc104433" /><Relationship Type="http://schemas.openxmlformats.org/officeDocument/2006/relationships/image" Target="/ppt/media/image10.png" Id="Rf096877627484b8f" /><Relationship Type="http://schemas.openxmlformats.org/officeDocument/2006/relationships/notesSlide" Target="/ppt/notesSlides/notesSlide10.xml" Id="R664b109a52c846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a5f7357204e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40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549fad8aa47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73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3c649db034e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9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b1909b56f44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0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66e19c8fc42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3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4fe2ae8eb4b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13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f5dc8313a4f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3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1a71b97f84f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28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9e68afaed47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87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6877627484b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0050125" cy="14182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4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2026-07-20T16:55:56.8280000Z</dcterms:created>
  <dcterms:modified xsi:type="dcterms:W3CDTF">2026-07-20T16:55:56.8280000Z</dcterms:modified>
</coreProperties>
</file>